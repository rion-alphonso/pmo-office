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T Serif"/>
      <p:regular r:id="rId15"/>
    </p:embeddedFont>
    <p:embeddedFont>
      <p:font typeface="PT Serif"/>
      <p:regular r:id="rId16"/>
    </p:embeddedFont>
    <p:embeddedFont>
      <p:font typeface="PT Serif"/>
      <p:regular r:id="rId17"/>
    </p:embeddedFont>
    <p:embeddedFont>
      <p:font typeface="PT Serif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0053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Introducing Snooze Pad: Sleep Anywhere, Anytime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15873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Snooze Pad is a portable sleep pod. It blacks out noise and creates a cocoon of peaceful sounds. Enjoy stress-free rest whenever and wherever you need it.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51949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C8589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9014" y="5652135"/>
            <a:ext cx="125254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4D4D51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502593"/>
            <a:ext cx="235481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Rion alphonso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997" y="926187"/>
            <a:ext cx="7670006" cy="138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Problem: Constant Stress and Sleep Deprivation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36997" y="2623780"/>
            <a:ext cx="7670006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Adults struggle with sleep due to stress. Office workers lose sleep due to noise. Sleep deprivation causes $411 billion losses annually. Sleep is critical for cognitive and physical health.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36997" y="3976688"/>
            <a:ext cx="3677126" cy="694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5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70%</a:t>
            </a:r>
            <a:endParaRPr lang="en-US" sz="5450" dirty="0"/>
          </a:p>
        </p:txBody>
      </p:sp>
      <p:sp>
        <p:nvSpPr>
          <p:cNvPr id="6" name="Text 3"/>
          <p:cNvSpPr/>
          <p:nvPr/>
        </p:nvSpPr>
        <p:spPr>
          <a:xfrm>
            <a:off x="736997" y="4934664"/>
            <a:ext cx="367712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Adults report sleep trouble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729877" y="3976688"/>
            <a:ext cx="3677126" cy="694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5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5450" dirty="0"/>
          </a:p>
        </p:txBody>
      </p:sp>
      <p:sp>
        <p:nvSpPr>
          <p:cNvPr id="8" name="Text 5"/>
          <p:cNvSpPr/>
          <p:nvPr/>
        </p:nvSpPr>
        <p:spPr>
          <a:xfrm>
            <a:off x="4729877" y="4934664"/>
            <a:ext cx="367712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Hours of sleep lost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733437" y="6008489"/>
            <a:ext cx="3677126" cy="694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50"/>
              </a:lnSpc>
              <a:buNone/>
            </a:pPr>
            <a:r>
              <a:rPr lang="en-US" sz="5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$411B</a:t>
            </a:r>
            <a:endParaRPr lang="en-US" sz="5450" dirty="0"/>
          </a:p>
        </p:txBody>
      </p:sp>
      <p:sp>
        <p:nvSpPr>
          <p:cNvPr id="10" name="Text 7"/>
          <p:cNvSpPr/>
          <p:nvPr/>
        </p:nvSpPr>
        <p:spPr>
          <a:xfrm>
            <a:off x="2733437" y="6966466"/>
            <a:ext cx="367712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loss from sleep deprivation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604123"/>
            <a:ext cx="7607618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Snooze Pad: Your Personal Oasis of Calm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768191" y="2373987"/>
            <a:ext cx="7607618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Snooze Pad is a foldable mini pod with built-in tech. It combines noise canceling, aromatherapy and temperature control. Creates the perfect environment for rest anytime.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91" y="3674626"/>
            <a:ext cx="1097518" cy="1316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94917" y="3894058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Aromatherapy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2194917" y="4385905"/>
            <a:ext cx="6180892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Enjoy personalized aromatherapy settings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91" y="4991576"/>
            <a:ext cx="1097518" cy="13169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94917" y="5211008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Temperature control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2194917" y="5702856"/>
            <a:ext cx="6180892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your ideal temperature for comfort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91" y="6308527"/>
            <a:ext cx="1097518" cy="13169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94917" y="6527959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Noise Cancellation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2194917" y="7019806"/>
            <a:ext cx="6180892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 external distractions and focus on sleep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13936"/>
            <a:ext cx="681632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Features and Benefits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09835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892147"/>
            <a:ext cx="229195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Noise Cancellation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280190" y="3772376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Blocks external distractions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209835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2892147"/>
            <a:ext cx="229207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White Noise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8912304" y="3400306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Creates a peaceful soundscape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209835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2892147"/>
            <a:ext cx="22919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Aromatherapy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1544538" y="3400306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Calming scents for relaxation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17862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972413"/>
            <a:ext cx="229195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Temperature Control</a:t>
            </a:r>
            <a:endParaRPr lang="en-US" sz="2300" dirty="0"/>
          </a:p>
        </p:txBody>
      </p:sp>
      <p:sp>
        <p:nvSpPr>
          <p:cNvPr id="15" name="Text 8"/>
          <p:cNvSpPr/>
          <p:nvPr/>
        </p:nvSpPr>
        <p:spPr>
          <a:xfrm>
            <a:off x="6280190" y="6852642"/>
            <a:ext cx="2291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comfort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90374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Market: Stressed, Sleep-Deprived Individuals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919055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1458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Office Workers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3654028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Seeking midday recharge to enhance productivity and reduce stress.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919055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1458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912281" y="3654028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Needing quiet study and rest to improve focus and manage stress.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96364"/>
            <a:ext cx="7556421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42317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Travelers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0604" y="593133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Wanting peaceful sleep on the go.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7762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value convenience and premium comfort.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6310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Competitive Advantage: The Ultimate Sleep Solution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891790"/>
            <a:ext cx="170021" cy="87106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28917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All-in-one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303973" y="339994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for separate products for sleep.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989665"/>
            <a:ext cx="170021" cy="87106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39896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Superior experience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644134" y="449782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a unique, premium sleep experience.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087541"/>
            <a:ext cx="170021" cy="87106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50875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Unique product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984415" y="559569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similar product like this on the market.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44056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Snooze Pad combines comfort, tech, noise canceling, and aromatherapy.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282" y="602456"/>
            <a:ext cx="7610237" cy="143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Marketing Strategy: Reach Our Target Audience</a:t>
            </a:r>
            <a:endParaRPr lang="en-US" sz="4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82" y="2368868"/>
            <a:ext cx="1095494" cy="13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77388" y="2587943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Digital marketing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677388" y="3078718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stressed demographics on social media.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82" y="3683556"/>
            <a:ext cx="1095494" cy="1314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7388" y="3902631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Influencer marketing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7677388" y="4393406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with wellness and productivity gurus.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82" y="4998244"/>
            <a:ext cx="1095494" cy="13146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7388" y="5217319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Partnerships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7677388" y="5708094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corporate wellness programs.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282" y="6312932"/>
            <a:ext cx="1095494" cy="13146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77388" y="6532007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 marketing</a:t>
            </a:r>
            <a:endParaRPr lang="en-US" sz="2250" dirty="0"/>
          </a:p>
        </p:txBody>
      </p:sp>
      <p:sp>
        <p:nvSpPr>
          <p:cNvPr id="15" name="Text 8"/>
          <p:cNvSpPr/>
          <p:nvPr/>
        </p:nvSpPr>
        <p:spPr>
          <a:xfrm>
            <a:off x="7677388" y="7022783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Educate the public about rest.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41063"/>
            <a:ext cx="127349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Investment Opportunity: High Growth Potential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82548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cost is $2000, and the selling price is $4999. There is a strong profit margin. There is a high demand for sleep solutions. Invest in Snooze Pad and capitalize on the market.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919788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$2000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1365647" y="69515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Cost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254704" y="5919788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$4999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26562" y="69515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Selling Price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9715738" y="5919788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60%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10287595" y="69515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Profit margin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2025-04-17T10:27:25Z</dcterms:created>
  <dcterms:modified xsi:type="dcterms:W3CDTF">2025-04-17T10:27:25Z</dcterms:modified>
</cp:coreProperties>
</file>
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oboto" panose="02000000000000000000" pitchFamily="2" charset="0"/>
      <p:regular r:id="rId11"/>
      <p:bold r:id="rId12"/>
    </p:embeddedFont>
    <p:embeddedFont>
      <p:font typeface="Roboto Bold" panose="02000000000000000000" pitchFamily="2" charset="0"/>
      <p:bold r:id="rId13"/>
    </p:embeddedFont>
    <p:embeddedFont>
      <p:font typeface="Roboto Medium" panose="02000000000000000000" pitchFamily="2" charset="0"/>
      <p:regular r:id="rId14"/>
    </p:embeddedFont>
    <p:embeddedFont>
      <p:font typeface="Roboto Slab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46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Introducing Glowo: Paint That Feels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Glowo is a mood-enhancing smart paint designed for modern homes. Infused with nano-particles, it reacts to your emotions, elevating your living space with color that reflects you.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484019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C8589A"/>
          </a:solidFill>
          <a:ln w="7620">
            <a:solidFill>
              <a:srgbClr val="4D4D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2138" y="5616654"/>
            <a:ext cx="126087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4D4D5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5467112"/>
            <a:ext cx="218574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Rohan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1782"/>
            <a:ext cx="104608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Glowo: The Science of Emotion in Color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307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unique formula features emotion-responsive nano-particles. Walls subtly shift shades based on emotional state, creating a dynamic and personalized home environment. Glowo seamlessly combines decor with emotional well-being.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0668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30906" y="60668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Unique Formula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6557248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Emotion-responsive nano-particles.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60668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54078" y="60668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Shades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54078" y="6557248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Walls shift based on emotional state.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40133" y="60668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377249" y="60668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Personalized Home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377249" y="6557248"/>
            <a:ext cx="34592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Decor combined with well-being.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6847"/>
            <a:ext cx="97175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Glowo? Key Features &amp; Benefits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250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mood.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672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a positive atmosphere.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094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 into smart home ecosystems.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5250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Durable, washable, and long-lasting.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96728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Wide range of base colors.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4094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liter covers 100 sq ft.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10682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Glowo offers seamless smart home integration and a durable, washable finish. Available in a wide range of base colors for customization.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11" y="57685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 Market: Who Loves Glowo?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2711" y="2199323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42023" y="240863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Young Professionals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42023" y="2861310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Seeking innovative home solutions.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711" y="3614976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2023" y="3824288"/>
            <a:ext cx="3027759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 Decor Enthusiasts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42023" y="4276963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personalization in their spaces.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2711" y="5030629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42023" y="523994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Wellness Advocates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42023" y="5692616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Interested in emotional well-being.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2711" y="6446282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42023" y="665559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Interior Designers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942023" y="7108269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Looking for unique, cutting-edge products.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324" y="539353"/>
            <a:ext cx="7773352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Marketing Strategy: Capturing the Emotion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905589" y="2056448"/>
            <a:ext cx="22860" cy="5100161"/>
          </a:xfrm>
          <a:prstGeom prst="roundRect">
            <a:avLst>
              <a:gd name="adj" fmla="val 12848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02995" y="2485549"/>
            <a:ext cx="587335" cy="22860"/>
          </a:xfrm>
          <a:prstGeom prst="roundRect">
            <a:avLst>
              <a:gd name="adj" fmla="val 12848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324" y="2276713"/>
            <a:ext cx="440531" cy="440531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785" y="2313444"/>
            <a:ext cx="293608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884640" y="2252186"/>
            <a:ext cx="244756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Mood-Themed Ads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84640" y="2675573"/>
            <a:ext cx="6574036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Highlighting emotional benefits.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02995" y="3809524"/>
            <a:ext cx="587335" cy="22860"/>
          </a:xfrm>
          <a:prstGeom prst="roundRect">
            <a:avLst>
              <a:gd name="adj" fmla="val 12848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324" y="3600688"/>
            <a:ext cx="440531" cy="440531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8785" y="3637419"/>
            <a:ext cx="293608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884640" y="3576161"/>
            <a:ext cx="2852023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Social Media Campaigns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884640" y="3999548"/>
            <a:ext cx="6574036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Showcasing real-time color changes.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02995" y="5133499"/>
            <a:ext cx="587335" cy="22860"/>
          </a:xfrm>
          <a:prstGeom prst="roundRect">
            <a:avLst>
              <a:gd name="adj" fmla="val 12848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324" y="4924663"/>
            <a:ext cx="440531" cy="440531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8785" y="4961394"/>
            <a:ext cx="293608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884640" y="4900136"/>
            <a:ext cx="344685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Interior Design Collaborations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884640" y="5323523"/>
            <a:ext cx="6574036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 with influencers.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102995" y="6457474"/>
            <a:ext cx="587335" cy="22860"/>
          </a:xfrm>
          <a:prstGeom prst="roundRect">
            <a:avLst>
              <a:gd name="adj" fmla="val 12848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324" y="6248638"/>
            <a:ext cx="440531" cy="440531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8785" y="6285369"/>
            <a:ext cx="293608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1884640" y="6224111"/>
            <a:ext cx="300525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Smart Home Partnerships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884640" y="6647498"/>
            <a:ext cx="6574036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Collaborating with tech brands.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5324" y="7376874"/>
            <a:ext cx="7773352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marketing focuses on the intersection of technology, design, and well-being.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902" y="610314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Glowo vs. Traditional Paint: A New Era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902" y="2325172"/>
            <a:ext cx="1106448" cy="13276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9177" y="2546390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Emotional Response</a:t>
            </a:r>
            <a:endParaRPr lang="en-US" sz="21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902" y="3652838"/>
            <a:ext cx="1106448" cy="132766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99177" y="3874056"/>
            <a:ext cx="3168491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Smart Home Integration</a:t>
            </a:r>
            <a:endParaRPr lang="en-US" sz="21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902" y="4980503"/>
            <a:ext cx="1106448" cy="132766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699177" y="5201722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Aesthetic Appeal</a:t>
            </a:r>
            <a:endParaRPr lang="en-US" sz="2150" dirty="0"/>
          </a:p>
        </p:txBody>
      </p:sp>
      <p:sp>
        <p:nvSpPr>
          <p:cNvPr id="10" name="Text 4"/>
          <p:cNvSpPr/>
          <p:nvPr/>
        </p:nvSpPr>
        <p:spPr>
          <a:xfrm>
            <a:off x="6260902" y="6557010"/>
            <a:ext cx="7594997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Glowo is a first-of-its-kind technology merging decor with emotional well-being. Cost: $500/liter, Selling Price: $999/liter. Traditional paints offer static color; Glowo provides a dynamic and responsive environment.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4508"/>
            <a:ext cx="11371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Future of Home Decor: Invest in Glowo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936915"/>
            <a:ext cx="2152055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322873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3163729"/>
            <a:ext cx="14282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Expansion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757970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801547"/>
            <a:ext cx="4304109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892" y="400621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433304" y="4028361"/>
            <a:ext cx="1591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Distribution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63164" y="4622602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4666178"/>
            <a:ext cx="645616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94773" y="48708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7509272" y="4892993"/>
            <a:ext cx="799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Trend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7292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Capitalizing on smart homes and emotional wellness. Expanding the product line with new colors and functionalities. Securing distribution partnerships with major retailers.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79590"/>
            <a:ext cx="7150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Join the Glowo Revolution!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2853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303973" y="2528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Visit Website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01894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More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60866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644134" y="3608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Contact Us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09908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in Touch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68880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984415" y="4688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Follow Us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17921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Stay Updated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0240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the future of home decor. Let Glowo transform your space and elevate your mood.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Custom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Roboto Bold</vt:lpstr>
      <vt:lpstr>Roboto</vt:lpstr>
      <vt:lpstr>Arial</vt:lpstr>
      <vt:lpstr>Roboto Slab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RION RISHI ALPHONSO .</cp:lastModifiedBy>
  <cp:revision>2</cp:revision>
  <dcterms:created xsi:type="dcterms:W3CDTF">2025-04-16T18:53:40Z</dcterms:created>
  <dcterms:modified xsi:type="dcterms:W3CDTF">2025-04-16T18:54:44Z</dcterms:modified>
</cp:coreProperties>
</file>